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1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AD89-44AA-41C1-A8A6-4DA6C8446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608D5-80A8-4282-98BC-0CCFB17B0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7E472-0C56-4254-8E2C-16F956E8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FCC19-ACE4-4090-BDF5-B2D27D2A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29175-512E-4811-9B76-1FF26491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755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6A65-561D-4DB5-A6B9-7D98DE42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59BB0-BC6C-473D-A1A0-A5A03BB1F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C2FFB-9DA2-45B0-A58D-19A63961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6CE9C-501F-4765-9416-896D6170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7CE94-5743-46F3-AE34-1D19D17E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803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3D33-B992-4392-8FD4-F010D6D9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4884A-5EC0-4A12-A0AE-08C51EB9D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627FC-2E1E-41C2-A4CD-8D9C4D19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6318E-07AA-4C95-A950-58F7E9FA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1AC4-4F45-4EBA-8612-76C9EE54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928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F28E-006B-46B5-AD1D-D0B1067D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982F-68AD-4E0D-960F-84E543F06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6E4F2-05CB-431B-894F-2075763A5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A24DF-3FAA-4204-89F5-0F5CE0A7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B3037-0F7D-4FEE-933F-69D2DD596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B7F4B-981B-49D6-8B9F-A519FD77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305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2175-2E5D-4635-9AAD-7C041746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11FCE-9CFF-4DD5-8193-2D94EB81F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790E8-DD47-4569-B668-3A46284D1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0B317-F96B-4FC8-AD30-512CFC75C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54B0D-D65A-402C-BDCC-9561749E4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7A1E3-ABCE-4688-8121-2EAAA141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F6ACF-6227-4A74-A07A-5B09B0A1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F377F6-8EBE-48EB-A4D0-0A21D524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003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F4DD-FE51-4C3A-B89B-A11B33A4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B1898-FF30-4A82-A18F-55BD3AEC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006B3-93D7-441E-B131-D5D5E878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79B40-1778-4B5C-9ECD-3508B74E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65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9B465-E9EC-4DB0-ACB4-BA5D0947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3B828-4976-4963-B749-7138E7F3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FC11C-9FA2-47E9-99AC-7B3C8DA9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389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706E-054D-40A3-AA60-9D2F28813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7EE42-9818-4A14-8569-00F70A3EA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D98E2-4024-4D30-84D0-9ABA24E79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0A02F-75AF-4064-BF9E-D1A2F40F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AE151-5EC8-4B79-B279-45508AB4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18010-950C-4512-969B-64318CC9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90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1B01-43DE-40D9-84A5-1974D8CA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A3901-72C6-4628-BEC6-EA57BDFCD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3EE62-A62A-4FC2-A6EE-993DC4D8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8C232-7D70-4826-91DA-DE640747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8A68-38F0-4A19-A7CE-1602454A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DA9BA-F064-4133-8C5A-52D9D41F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5526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FEFE-3E07-4FCF-BB76-D9BAB2DB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61235-93BB-488D-B971-E6D17FDD4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20B14-D4D5-45C0-89C7-617A18558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11C54-4DC8-4005-9550-15680CEA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D6C83-B0CC-4A8B-A76D-97AACE03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898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6C8702-47E7-498B-8731-70AB8CC65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7162E-0E41-4B02-A02E-2773C4DA8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278F-7536-44CA-82F3-5BB94A25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8135A-18A8-4C44-B637-8D600DCE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3805-9A18-4F5D-ADED-A3F31106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302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C0450-CC6A-47E7-A658-48CE5BD9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C7FBE-293F-47B3-83F3-4737858B2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4BE32-84D7-44F5-AF90-FE675FA81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7F95-D115-4DA4-832B-5C4AAA511C00}" type="datetimeFigureOut">
              <a:rPr lang="en-CA" smtClean="0"/>
              <a:t>2022-03-13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2FF25-0161-46B6-86AF-734CFC2B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CE742-2140-43C0-81D4-61CE47262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123E7-2530-42DA-A311-1D45BF6C6C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340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shwy/icudata.gi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5E5F-EF68-4123-8AF5-B0C1F704C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Trouble shooting when upgrade submodule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9296B-DB3C-4D4D-A7AB-8897C5277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Upgrade ICU practice</a:t>
            </a:r>
          </a:p>
        </p:txBody>
      </p:sp>
    </p:spTree>
    <p:extLst>
      <p:ext uri="{BB962C8B-B14F-4D97-AF65-F5344CB8AC3E}">
        <p14:creationId xmlns:p14="http://schemas.microsoft.com/office/powerpoint/2010/main" val="189380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5A3A-BB9A-49DD-B62E-39A03AD7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Upgrade Submodule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347D1-3A3C-4FE3-9952-5BB3B65D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  </a:t>
            </a:r>
          </a:p>
          <a:p>
            <a:r>
              <a:rPr lang="en-CA" dirty="0"/>
              <a:t>Created a wiki page step by step operation.</a:t>
            </a:r>
          </a:p>
          <a:p>
            <a:pPr marL="0" indent="0">
              <a:buNone/>
            </a:pPr>
            <a:r>
              <a:rPr lang="en-CA" sz="2200" dirty="0"/>
              <a:t>https://github.ibm.com/ClickHouse/ClickHouse/wiki/Upgrade-Submodule-(upgrade-icu)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Why ?</a:t>
            </a:r>
          </a:p>
          <a:p>
            <a:pPr lvl="1"/>
            <a:r>
              <a:rPr lang="en-CA" dirty="0"/>
              <a:t>Looks like straight forward.</a:t>
            </a:r>
          </a:p>
          <a:p>
            <a:pPr lvl="1"/>
            <a:r>
              <a:rPr lang="en-CA" dirty="0"/>
              <a:t>But there are some troubles  when upgrading.</a:t>
            </a:r>
          </a:p>
          <a:p>
            <a:pPr lvl="1"/>
            <a:r>
              <a:rPr lang="en-CA" dirty="0"/>
              <a:t>Record the steps for future to avoid mistakes and save time.</a:t>
            </a:r>
          </a:p>
        </p:txBody>
      </p:sp>
    </p:spTree>
    <p:extLst>
      <p:ext uri="{BB962C8B-B14F-4D97-AF65-F5344CB8AC3E}">
        <p14:creationId xmlns:p14="http://schemas.microsoft.com/office/powerpoint/2010/main" val="144750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814D-E8AD-4F5A-977F-41A0FACC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Update the submodule </a:t>
            </a:r>
            <a:r>
              <a:rPr lang="en-CA" dirty="0" err="1"/>
              <a:t>icu</a:t>
            </a:r>
            <a:r>
              <a:rPr lang="en-CA" dirty="0"/>
              <a:t>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B23AC-9DC6-4D07-9857-BF35E63DA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Checkout to the  latest version on submodule  </a:t>
            </a:r>
            <a:r>
              <a:rPr lang="en-CA" dirty="0" err="1"/>
              <a:t>icu</a:t>
            </a:r>
            <a:r>
              <a:rPr lang="en-CA" dirty="0"/>
              <a:t>.</a:t>
            </a:r>
          </a:p>
          <a:p>
            <a:r>
              <a:rPr lang="en-CA" dirty="0"/>
              <a:t>Update the </a:t>
            </a:r>
            <a:r>
              <a:rPr lang="en-CA" b="0" i="0" dirty="0" err="1">
                <a:solidFill>
                  <a:srgbClr val="FF0000"/>
                </a:solidFill>
                <a:effectLst/>
                <a:latin typeface="SFMono-Regular"/>
              </a:rPr>
              <a:t>contrib</a:t>
            </a:r>
            <a:r>
              <a:rPr lang="en-CA" b="0" i="0" dirty="0">
                <a:solidFill>
                  <a:srgbClr val="FF0000"/>
                </a:solidFill>
                <a:effectLst/>
                <a:latin typeface="SFMono-Regular"/>
              </a:rPr>
              <a:t>/</a:t>
            </a:r>
            <a:r>
              <a:rPr lang="en-CA" b="0" i="0" dirty="0" err="1">
                <a:solidFill>
                  <a:srgbClr val="FF0000"/>
                </a:solidFill>
                <a:effectLst/>
                <a:latin typeface="SFMono-Regular"/>
              </a:rPr>
              <a:t>icu-cmake</a:t>
            </a:r>
            <a:r>
              <a:rPr lang="en-CA" b="0" i="0" dirty="0">
                <a:solidFill>
                  <a:srgbClr val="FF0000"/>
                </a:solidFill>
                <a:effectLst/>
                <a:latin typeface="SFMono-Regular"/>
              </a:rPr>
              <a:t>/CMakeLists.txt  </a:t>
            </a:r>
            <a:r>
              <a:rPr lang="en-CA" b="0" i="0" dirty="0">
                <a:solidFill>
                  <a:srgbClr val="24292E"/>
                </a:solidFill>
                <a:effectLst/>
                <a:latin typeface="SFMono-Regular"/>
              </a:rPr>
              <a:t>and build.</a:t>
            </a:r>
          </a:p>
          <a:p>
            <a:r>
              <a:rPr lang="en-CA" dirty="0">
                <a:solidFill>
                  <a:srgbClr val="24292E"/>
                </a:solidFill>
                <a:latin typeface="SFMono-Regular"/>
              </a:rPr>
              <a:t>Got link error: 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error: undefined symbol: icudt70_dat</a:t>
            </a:r>
          </a:p>
          <a:p>
            <a:r>
              <a:rPr lang="en-CA" dirty="0">
                <a:solidFill>
                  <a:srgbClr val="24292E"/>
                </a:solidFill>
                <a:latin typeface="SFMono-Regular"/>
              </a:rPr>
              <a:t>Did a search on </a:t>
            </a:r>
            <a:r>
              <a:rPr lang="en-CA" dirty="0">
                <a:solidFill>
                  <a:srgbClr val="FF0000"/>
                </a:solidFill>
              </a:rPr>
              <a:t>icudt70_dat, </a:t>
            </a:r>
            <a:r>
              <a:rPr lang="en-CA" dirty="0"/>
              <a:t>did not find any reference</a:t>
            </a:r>
          </a:p>
          <a:p>
            <a:r>
              <a:rPr lang="en-CA" dirty="0"/>
              <a:t>Found </a:t>
            </a:r>
            <a:r>
              <a:rPr lang="en-CA" b="0" i="0" dirty="0">
                <a:solidFill>
                  <a:srgbClr val="FF0000"/>
                </a:solidFill>
                <a:effectLst/>
                <a:latin typeface="SFMono-Regular"/>
              </a:rPr>
              <a:t>icudt66l_dat.S </a:t>
            </a:r>
            <a:r>
              <a:rPr lang="en-CA" b="0" i="0" dirty="0">
                <a:solidFill>
                  <a:srgbClr val="24292E"/>
                </a:solidFill>
                <a:effectLst/>
                <a:latin typeface="SFMono-Regular"/>
              </a:rPr>
              <a:t>in </a:t>
            </a:r>
            <a:r>
              <a:rPr lang="en-CA" b="0" i="0" dirty="0">
                <a:solidFill>
                  <a:srgbClr val="FF0000"/>
                </a:solidFill>
                <a:effectLst/>
                <a:latin typeface="SFMono-Regular"/>
              </a:rPr>
              <a:t>CMakeLists.txt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It’s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pregenerated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 for ICU library in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icudata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CA" dirty="0"/>
          </a:p>
          <a:p>
            <a:endParaRPr lang="en-CA" dirty="0"/>
          </a:p>
          <a:p>
            <a:pPr marL="457200" lvl="1" indent="0">
              <a:buNone/>
            </a:pP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06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8AFF-0D51-4333-95F9-D1274082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Generate </a:t>
            </a:r>
            <a:r>
              <a:rPr lang="en-CA" dirty="0" err="1"/>
              <a:t>icudata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8F5A2-8DD7-4720-99CB-BA47ACC99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Follow the instruction to Fork </a:t>
            </a:r>
            <a:r>
              <a:rPr lang="en-CA" dirty="0" err="1"/>
              <a:t>icu</a:t>
            </a:r>
            <a:r>
              <a:rPr lang="en-CA" dirty="0"/>
              <a:t> and generate </a:t>
            </a:r>
            <a:r>
              <a:rPr lang="en-CA" dirty="0" err="1"/>
              <a:t>icudata</a:t>
            </a:r>
            <a:endParaRPr lang="en-CA" dirty="0"/>
          </a:p>
          <a:p>
            <a:endParaRPr lang="en-CA" dirty="0"/>
          </a:p>
          <a:p>
            <a:r>
              <a:rPr lang="en-CA" dirty="0"/>
              <a:t>Copy the </a:t>
            </a:r>
            <a:r>
              <a:rPr lang="en-CA" b="0" i="0" dirty="0">
                <a:solidFill>
                  <a:srgbClr val="FF0000"/>
                </a:solidFill>
                <a:effectLst/>
                <a:latin typeface="SFMono-Regular"/>
              </a:rPr>
              <a:t>icudt70l_dat.S </a:t>
            </a:r>
            <a:r>
              <a:rPr lang="en-CA" b="0" i="0" dirty="0">
                <a:effectLst/>
                <a:latin typeface="SFMono-Regular"/>
              </a:rPr>
              <a:t>to </a:t>
            </a:r>
            <a:r>
              <a:rPr lang="en-CA" b="0" i="0" dirty="0" err="1">
                <a:effectLst/>
                <a:latin typeface="SFMono-Regular"/>
              </a:rPr>
              <a:t>contrib</a:t>
            </a:r>
            <a:r>
              <a:rPr lang="en-CA" b="0" i="0" dirty="0">
                <a:effectLst/>
                <a:latin typeface="SFMono-Regular"/>
              </a:rPr>
              <a:t>/</a:t>
            </a:r>
            <a:r>
              <a:rPr lang="en-CA" b="0" i="0" dirty="0" err="1">
                <a:effectLst/>
                <a:latin typeface="SFMono-Regular"/>
              </a:rPr>
              <a:t>icu</a:t>
            </a:r>
            <a:r>
              <a:rPr lang="en-CA" dirty="0" err="1">
                <a:latin typeface="SFMono-Regular"/>
              </a:rPr>
              <a:t>ddata</a:t>
            </a:r>
            <a:r>
              <a:rPr lang="en-CA" dirty="0">
                <a:latin typeface="SFMono-Regular"/>
              </a:rPr>
              <a:t> </a:t>
            </a:r>
          </a:p>
          <a:p>
            <a:endParaRPr lang="en-CA" dirty="0">
              <a:latin typeface="SFMono-Regular"/>
            </a:endParaRPr>
          </a:p>
          <a:p>
            <a:r>
              <a:rPr lang="en-CA" dirty="0">
                <a:latin typeface="SFMono-Regular"/>
              </a:rPr>
              <a:t>Update the cmakelist.txt</a:t>
            </a:r>
          </a:p>
          <a:p>
            <a:endParaRPr lang="en-CA" dirty="0">
              <a:latin typeface="SFMono-Regular"/>
            </a:endParaRPr>
          </a:p>
          <a:p>
            <a:r>
              <a:rPr lang="en-CA" dirty="0">
                <a:latin typeface="SFMono-Regular"/>
              </a:rPr>
              <a:t>Build succeed </a:t>
            </a:r>
          </a:p>
          <a:p>
            <a:endParaRPr lang="en-CA" dirty="0">
              <a:latin typeface="SFMono-Regular"/>
            </a:endParaRPr>
          </a:p>
          <a:p>
            <a:r>
              <a:rPr lang="en-CA" dirty="0">
                <a:latin typeface="SFMono-Regular"/>
              </a:rPr>
              <a:t>functional test passed </a:t>
            </a:r>
          </a:p>
          <a:p>
            <a:r>
              <a:rPr lang="en-CA" dirty="0">
                <a:latin typeface="SFMono-Regular"/>
              </a:rPr>
              <a:t>All done?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7499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7AE7-4D95-4107-8629-73402B1C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 err="1">
                <a:solidFill>
                  <a:srgbClr val="24292E"/>
                </a:solidFill>
                <a:effectLst/>
                <a:latin typeface="SFMono-Regular"/>
              </a:rPr>
              <a:t>ClickHouse</a:t>
            </a:r>
            <a:r>
              <a:rPr lang="en-CA" b="0" i="0" dirty="0">
                <a:solidFill>
                  <a:srgbClr val="24292E"/>
                </a:solidFill>
                <a:effectLst/>
                <a:latin typeface="SFMono-Regular"/>
              </a:rPr>
              <a:t>-Extras/</a:t>
            </a:r>
            <a:r>
              <a:rPr lang="en-CA" b="0" i="0" dirty="0" err="1">
                <a:solidFill>
                  <a:srgbClr val="24292E"/>
                </a:solidFill>
                <a:effectLst/>
                <a:latin typeface="SFMono-Regular"/>
              </a:rPr>
              <a:t>icudata</a:t>
            </a:r>
            <a:r>
              <a:rPr lang="en-CA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48277-4C00-48F0-9A43-8FBA329F5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icudata</a:t>
            </a:r>
            <a:r>
              <a:rPr lang="en-CA" dirty="0"/>
              <a:t>  is in another repo : </a:t>
            </a:r>
            <a:r>
              <a:rPr lang="en-CA" b="0" i="0" dirty="0" err="1">
                <a:solidFill>
                  <a:srgbClr val="24292E"/>
                </a:solidFill>
                <a:effectLst/>
                <a:latin typeface="SFMono-Regular"/>
              </a:rPr>
              <a:t>ClickHouse</a:t>
            </a:r>
            <a:r>
              <a:rPr lang="en-CA" b="0" i="0" dirty="0">
                <a:solidFill>
                  <a:srgbClr val="24292E"/>
                </a:solidFill>
                <a:effectLst/>
                <a:latin typeface="SFMono-Regular"/>
              </a:rPr>
              <a:t>-Extras/</a:t>
            </a:r>
            <a:r>
              <a:rPr lang="en-CA" b="0" i="0" dirty="0" err="1">
                <a:solidFill>
                  <a:srgbClr val="24292E"/>
                </a:solidFill>
                <a:effectLst/>
                <a:latin typeface="SFMono-Regular"/>
              </a:rPr>
              <a:t>icudata</a:t>
            </a:r>
            <a:r>
              <a:rPr lang="en-CA" b="0" i="0" dirty="0"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r>
              <a:rPr lang="en-CA" dirty="0">
                <a:solidFill>
                  <a:srgbClr val="24292E"/>
                </a:solidFill>
                <a:latin typeface="SFMono-Regular"/>
              </a:rPr>
              <a:t>Fork the repo and update the </a:t>
            </a:r>
            <a:r>
              <a:rPr lang="en-CA" dirty="0" err="1">
                <a:solidFill>
                  <a:srgbClr val="24292E"/>
                </a:solidFill>
                <a:latin typeface="SFMono-Regular"/>
              </a:rPr>
              <a:t>icudata</a:t>
            </a:r>
            <a:r>
              <a:rPr lang="en-CA" dirty="0">
                <a:solidFill>
                  <a:srgbClr val="24292E"/>
                </a:solidFill>
                <a:latin typeface="SFMono-Regular"/>
              </a:rPr>
              <a:t> to </a:t>
            </a:r>
            <a:r>
              <a:rPr lang="en-CA" b="0" i="0" dirty="0">
                <a:solidFill>
                  <a:srgbClr val="FF0000"/>
                </a:solidFill>
                <a:effectLst/>
                <a:latin typeface="SFMono-Regular"/>
              </a:rPr>
              <a:t>icudt70l_dat.S </a:t>
            </a:r>
          </a:p>
          <a:p>
            <a:r>
              <a:rPr lang="en-CA" b="0" i="0" dirty="0">
                <a:effectLst/>
                <a:latin typeface="SFMono-Regular"/>
              </a:rPr>
              <a:t>Commit and create</a:t>
            </a:r>
            <a:r>
              <a:rPr lang="en-CA" b="0" i="0" dirty="0">
                <a:solidFill>
                  <a:srgbClr val="FF0000"/>
                </a:solidFill>
                <a:effectLst/>
                <a:latin typeface="SFMono-Regular"/>
              </a:rPr>
              <a:t> </a:t>
            </a:r>
            <a:r>
              <a:rPr lang="en-CA" b="0" i="0" dirty="0">
                <a:effectLst/>
                <a:latin typeface="SFMono-Regular"/>
              </a:rPr>
              <a:t>PR </a:t>
            </a:r>
          </a:p>
          <a:p>
            <a:r>
              <a:rPr lang="en-CA" dirty="0">
                <a:latin typeface="SFMono-Regular"/>
              </a:rPr>
              <a:t>Set the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SFMono-Regular"/>
              </a:rPr>
              <a:t>contrib</a:t>
            </a:r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/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SFMono-Regular"/>
              </a:rPr>
              <a:t>icudata</a:t>
            </a:r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effectLst/>
                <a:latin typeface="SFMono-Regular"/>
              </a:rPr>
              <a:t>to new version</a:t>
            </a:r>
            <a:endParaRPr lang="en-CA" b="0" i="0" dirty="0">
              <a:effectLst/>
              <a:latin typeface="SFMono-Regular"/>
            </a:endParaRPr>
          </a:p>
          <a:p>
            <a:pPr marL="457200" lvl="1" indent="0">
              <a:buNone/>
            </a:pPr>
            <a:r>
              <a:rPr lang="en-US" b="0" i="0" dirty="0">
                <a:effectLst/>
                <a:latin typeface="SFMono-Regular"/>
              </a:rPr>
              <a:t>~</a:t>
            </a:r>
            <a:r>
              <a:rPr lang="en-US" b="0" i="0" dirty="0" err="1">
                <a:effectLst/>
                <a:latin typeface="SFMono-Regular"/>
              </a:rPr>
              <a:t>src</a:t>
            </a:r>
            <a:r>
              <a:rPr lang="en-US" b="0" i="0" dirty="0">
                <a:effectLst/>
                <a:latin typeface="SFMono-Regular"/>
              </a:rPr>
              <a:t>/</a:t>
            </a:r>
            <a:r>
              <a:rPr lang="en-US" b="0" i="0" dirty="0" err="1">
                <a:effectLst/>
                <a:latin typeface="SFMono-Regular"/>
              </a:rPr>
              <a:t>ClickHouse</a:t>
            </a:r>
            <a:r>
              <a:rPr lang="en-US" b="0" i="0" dirty="0">
                <a:effectLst/>
                <a:latin typeface="SFMono-Regular"/>
              </a:rPr>
              <a:t>/</a:t>
            </a:r>
            <a:r>
              <a:rPr lang="en-US" b="0" i="0" dirty="0" err="1">
                <a:effectLst/>
                <a:latin typeface="SFMono-Regular"/>
              </a:rPr>
              <a:t>contrib</a:t>
            </a:r>
            <a:r>
              <a:rPr lang="en-US" b="0" i="0" dirty="0">
                <a:effectLst/>
                <a:latin typeface="SFMono-Regular"/>
              </a:rPr>
              <a:t>/</a:t>
            </a:r>
            <a:r>
              <a:rPr lang="en-US" b="0" i="0" dirty="0" err="1">
                <a:effectLst/>
                <a:latin typeface="SFMono-Regular"/>
              </a:rPr>
              <a:t>icudata</a:t>
            </a:r>
            <a:r>
              <a:rPr lang="en-US" b="0" i="0" dirty="0">
                <a:effectLst/>
                <a:latin typeface="SFMono-Regular"/>
              </a:rPr>
              <a:t># git checkout e378dfc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error: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SFMono-Regular"/>
              </a:rPr>
              <a:t>pathspec</a:t>
            </a:r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 'e378dfc' did not match any file(s) known to git</a:t>
            </a:r>
            <a:endParaRPr lang="en-CA" b="0" i="0" dirty="0">
              <a:solidFill>
                <a:srgbClr val="FF0000"/>
              </a:solidFill>
              <a:effectLst/>
              <a:latin typeface="SFMono-Regular"/>
            </a:endParaRPr>
          </a:p>
          <a:p>
            <a:r>
              <a:rPr lang="en-CA" dirty="0"/>
              <a:t>Blocked , waiting for merge</a:t>
            </a:r>
          </a:p>
        </p:txBody>
      </p:sp>
    </p:spTree>
    <p:extLst>
      <p:ext uri="{BB962C8B-B14F-4D97-AF65-F5344CB8AC3E}">
        <p14:creationId xmlns:p14="http://schemas.microsoft.com/office/powerpoint/2010/main" val="1296148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8AD0-670A-4CE8-8AB8-FB82E813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Validate before merge of </a:t>
            </a:r>
            <a:r>
              <a:rPr lang="en-CA" dirty="0" err="1"/>
              <a:t>icudata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606E2-3A76-47D4-B52C-24F5A81BA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CA" dirty="0"/>
              <a:t>We can verify</a:t>
            </a:r>
          </a:p>
          <a:p>
            <a:r>
              <a:rPr lang="en-CA" dirty="0"/>
              <a:t>Temp update the submodule :</a:t>
            </a:r>
          </a:p>
          <a:p>
            <a:pPr lvl="1"/>
            <a:r>
              <a:rPr lang="en-CA" dirty="0"/>
              <a:t>Open </a:t>
            </a:r>
            <a:r>
              <a:rPr lang="en-CA" dirty="0">
                <a:solidFill>
                  <a:srgbClr val="FF0000"/>
                </a:solidFill>
              </a:rPr>
              <a:t>.</a:t>
            </a:r>
            <a:r>
              <a:rPr lang="en-CA" dirty="0" err="1">
                <a:solidFill>
                  <a:srgbClr val="FF0000"/>
                </a:solidFill>
              </a:rPr>
              <a:t>gitmodules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/>
              <a:t>change </a:t>
            </a:r>
            <a:r>
              <a:rPr lang="en-CA" dirty="0" err="1"/>
              <a:t>url</a:t>
            </a:r>
            <a:r>
              <a:rPr lang="en-CA" dirty="0"/>
              <a:t> to forked repo:</a:t>
            </a:r>
          </a:p>
          <a:p>
            <a:pPr marL="457200" lvl="1" indent="0">
              <a:buNone/>
            </a:pPr>
            <a:r>
              <a:rPr lang="en-CA" dirty="0"/>
              <a:t>     </a:t>
            </a:r>
            <a:r>
              <a:rPr lang="en-CA" dirty="0">
                <a:solidFill>
                  <a:srgbClr val="FF0000"/>
                </a:solidFill>
              </a:rPr>
              <a:t>- </a:t>
            </a:r>
            <a:r>
              <a:rPr lang="en-CA" dirty="0" err="1">
                <a:solidFill>
                  <a:srgbClr val="FF0000"/>
                </a:solidFill>
              </a:rPr>
              <a:t>url</a:t>
            </a:r>
            <a:r>
              <a:rPr lang="en-CA" dirty="0">
                <a:solidFill>
                  <a:srgbClr val="FF0000"/>
                </a:solidFill>
              </a:rPr>
              <a:t> = https://github.com/ClickHouse-Extras/icudata.git</a:t>
            </a:r>
          </a:p>
          <a:p>
            <a:pPr marL="457200" lvl="1" indent="0">
              <a:buNone/>
            </a:pPr>
            <a:r>
              <a:rPr lang="en-CA" dirty="0"/>
              <a:t>    </a:t>
            </a:r>
            <a:r>
              <a:rPr lang="en-CA" dirty="0">
                <a:solidFill>
                  <a:schemeClr val="accent6"/>
                </a:solidFill>
              </a:rPr>
              <a:t>+ </a:t>
            </a:r>
            <a:r>
              <a:rPr lang="en-CA" dirty="0" err="1">
                <a:solidFill>
                  <a:schemeClr val="accent6"/>
                </a:solidFill>
              </a:rPr>
              <a:t>url</a:t>
            </a:r>
            <a:r>
              <a:rPr lang="en-CA" dirty="0">
                <a:solidFill>
                  <a:schemeClr val="accent6"/>
                </a:solidFill>
              </a:rPr>
              <a:t> = </a:t>
            </a:r>
            <a:r>
              <a:rPr lang="en-CA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https://github.com/kashwy/icudata.git</a:t>
            </a:r>
            <a:endParaRPr lang="en-CA" dirty="0">
              <a:solidFill>
                <a:schemeClr val="accent6"/>
              </a:solidFill>
            </a:endParaRPr>
          </a:p>
          <a:p>
            <a:endParaRPr lang="en-CA" dirty="0"/>
          </a:p>
          <a:p>
            <a:r>
              <a:rPr lang="en-CA" dirty="0"/>
              <a:t>Update submodule:</a:t>
            </a:r>
          </a:p>
          <a:p>
            <a:pPr lvl="1"/>
            <a:r>
              <a:rPr lang="en-CA" dirty="0"/>
              <a:t>Apply the new URL</a:t>
            </a:r>
          </a:p>
          <a:p>
            <a:pPr marL="457200" lvl="1" indent="0">
              <a:buNone/>
            </a:pPr>
            <a:r>
              <a:rPr lang="en-CA" dirty="0"/>
              <a:t> ~/</a:t>
            </a:r>
            <a:r>
              <a:rPr lang="en-CA" dirty="0" err="1"/>
              <a:t>src</a:t>
            </a:r>
            <a:r>
              <a:rPr lang="en-CA" dirty="0"/>
              <a:t>/</a:t>
            </a:r>
            <a:r>
              <a:rPr lang="en-CA" dirty="0" err="1"/>
              <a:t>ClickHouse</a:t>
            </a:r>
            <a:r>
              <a:rPr lang="en-CA" dirty="0"/>
              <a:t># </a:t>
            </a:r>
            <a:r>
              <a:rPr lang="en-CA" dirty="0">
                <a:solidFill>
                  <a:srgbClr val="FF0000"/>
                </a:solidFill>
              </a:rPr>
              <a:t>git submodule sync --recursive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r>
              <a:rPr lang="en-CA" dirty="0"/>
              <a:t>Set to the committed version</a:t>
            </a:r>
          </a:p>
          <a:p>
            <a:pPr marL="457200" lvl="1" indent="0">
              <a:buNone/>
            </a:pPr>
            <a:r>
              <a:rPr lang="en-CA" dirty="0"/>
              <a:t>~/</a:t>
            </a:r>
            <a:r>
              <a:rPr lang="en-CA" dirty="0" err="1"/>
              <a:t>src</a:t>
            </a:r>
            <a:r>
              <a:rPr lang="en-CA" dirty="0"/>
              <a:t>/</a:t>
            </a:r>
            <a:r>
              <a:rPr lang="en-CA" dirty="0" err="1"/>
              <a:t>ClickHouse</a:t>
            </a:r>
            <a:r>
              <a:rPr lang="en-CA" dirty="0"/>
              <a:t>/</a:t>
            </a:r>
            <a:r>
              <a:rPr lang="en-CA" dirty="0" err="1"/>
              <a:t>contrib</a:t>
            </a:r>
            <a:r>
              <a:rPr lang="en-CA" dirty="0"/>
              <a:t>/</a:t>
            </a:r>
            <a:r>
              <a:rPr lang="en-CA" dirty="0" err="1"/>
              <a:t>icudata</a:t>
            </a:r>
            <a:r>
              <a:rPr lang="en-CA" dirty="0"/>
              <a:t># </a:t>
            </a:r>
            <a:r>
              <a:rPr lang="en-CA" dirty="0">
                <a:solidFill>
                  <a:srgbClr val="FF0000"/>
                </a:solidFill>
              </a:rPr>
              <a:t>git fetch</a:t>
            </a:r>
          </a:p>
          <a:p>
            <a:pPr marL="457200" lvl="1" indent="0">
              <a:buNone/>
            </a:pPr>
            <a:r>
              <a:rPr lang="en-CA" dirty="0"/>
              <a:t>~/</a:t>
            </a:r>
            <a:r>
              <a:rPr lang="en-CA" dirty="0" err="1"/>
              <a:t>src</a:t>
            </a:r>
            <a:r>
              <a:rPr lang="en-CA" dirty="0"/>
              <a:t>/</a:t>
            </a:r>
            <a:r>
              <a:rPr lang="en-CA" dirty="0" err="1"/>
              <a:t>ClickHouse</a:t>
            </a:r>
            <a:r>
              <a:rPr lang="en-CA" dirty="0"/>
              <a:t>/</a:t>
            </a:r>
            <a:r>
              <a:rPr lang="en-CA" dirty="0" err="1"/>
              <a:t>contrib</a:t>
            </a:r>
            <a:r>
              <a:rPr lang="en-CA" dirty="0"/>
              <a:t>/</a:t>
            </a:r>
            <a:r>
              <a:rPr lang="en-CA" dirty="0" err="1"/>
              <a:t>icudata</a:t>
            </a:r>
            <a:r>
              <a:rPr lang="en-CA" dirty="0"/>
              <a:t># </a:t>
            </a:r>
            <a:r>
              <a:rPr lang="en-CA" dirty="0">
                <a:solidFill>
                  <a:srgbClr val="FF0000"/>
                </a:solidFill>
              </a:rPr>
              <a:t>git checkout e378dfc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Build and test	</a:t>
            </a:r>
          </a:p>
          <a:p>
            <a:pPr marL="0" indent="0">
              <a:buNone/>
            </a:pP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508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2D16-ABE7-4C1C-BF52-BD86B3AD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Update after </a:t>
            </a:r>
            <a:r>
              <a:rPr lang="en-CA" dirty="0" err="1"/>
              <a:t>icudata</a:t>
            </a:r>
            <a:r>
              <a:rPr lang="en-CA" dirty="0"/>
              <a:t> merged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B2289-BD35-4492-AE19-CF4E6EE3E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Change the URL back</a:t>
            </a:r>
          </a:p>
          <a:p>
            <a:endParaRPr lang="en-CA" dirty="0"/>
          </a:p>
          <a:p>
            <a:r>
              <a:rPr lang="en-CA" dirty="0"/>
              <a:t>Checkout at the merged version.</a:t>
            </a:r>
          </a:p>
          <a:p>
            <a:endParaRPr lang="en-CA" dirty="0"/>
          </a:p>
          <a:p>
            <a:r>
              <a:rPr lang="en-CA" dirty="0"/>
              <a:t>Build and test.</a:t>
            </a:r>
          </a:p>
        </p:txBody>
      </p:sp>
    </p:spTree>
    <p:extLst>
      <p:ext uri="{BB962C8B-B14F-4D97-AF65-F5344CB8AC3E}">
        <p14:creationId xmlns:p14="http://schemas.microsoft.com/office/powerpoint/2010/main" val="96194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12298</TotalTime>
  <Words>362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SFMono-Regular</vt:lpstr>
      <vt:lpstr>Office Theme</vt:lpstr>
      <vt:lpstr>Trouble shooting when upgrade submodule</vt:lpstr>
      <vt:lpstr>Upgrade Submodule</vt:lpstr>
      <vt:lpstr>Update the submodule icu repo</vt:lpstr>
      <vt:lpstr>Generate icudata</vt:lpstr>
      <vt:lpstr>ClickHouse-Extras/icudata  </vt:lpstr>
      <vt:lpstr>Validate before merge of icudata</vt:lpstr>
      <vt:lpstr>Update after icudata merged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 shooting when upgrade submodule</dc:title>
  <dc:creator>Yong Wang</dc:creator>
  <cp:lastModifiedBy>Yong Wang</cp:lastModifiedBy>
  <cp:revision>6</cp:revision>
  <dcterms:created xsi:type="dcterms:W3CDTF">2022-03-11T17:21:47Z</dcterms:created>
  <dcterms:modified xsi:type="dcterms:W3CDTF">2022-03-22T14:19:33Z</dcterms:modified>
</cp:coreProperties>
</file>